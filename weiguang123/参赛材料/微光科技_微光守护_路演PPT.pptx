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731520"/>
            <a:ext cx="3959352" cy="4572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73152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 AI助残创新创意大赛 · 创意赛道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微光守护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AI多模态无声安全预警系统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5788152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9800"/>
                </a:solidFill>
              </a:rPr>
              <a:t>以AI之手，搭建听障人士与世界沟通的桥梁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微光科技（WeiGuang Tech）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天府新区通用航空职业学院  |  2026年7月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项目背景与痛点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1901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2700万听障人士的安全困境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37744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产品方案设计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2633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六大核心模块 + 手势识别 + 商品识别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技术方案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3364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端侧AI + 自研加密引擎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84048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项目创新点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03120" y="40965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五大自研核心技术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457200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团队介绍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4828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微光科技核心成员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530352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FF6F00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5303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0312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商业模式与社会效益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03120" y="55595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B2B2C + 科技向善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F00"/>
                </a:solidFill>
              </a:rPr>
              <a:t>中国有超过 2700万 听障人士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他们在日常生活中，面临着常人难以想象的安全威胁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4688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2700万+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听障人士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占全国残疾人约30%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24688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2-3万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每年新增听障儿童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数据来源：中国残联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4688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95%+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手机覆盖率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Android 7.0+设备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4688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354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全场景AI方案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目前市场空白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800"/>
                </a:solidFill>
              </a:rPr>
              <a:t>听不见闹钟 · 听不见火警 · 感知不到燃气泄漏 · 察觉不到异常敲门 · 跌倒无法呼救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这些"听不见"的困境，每时每刻都在威胁着2700万听障人士的生命安全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六大核心痛点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覆盖听障人士日常安全的所有关键场景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听不见闹钟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传统声音闹钟完全无效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97180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2971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8912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听不见火警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生命安全受严重威胁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97180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2971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极高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感知不到燃气泄漏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中毒和爆炸风险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297180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971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极高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察觉不到异常敲门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居家安全存隐患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53492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F57C00"/>
          </a:solidFill>
          <a:ln/>
        </p:spPr>
      </p:sp>
      <p:sp>
        <p:nvSpPr>
          <p:cNvPr id="30" name="Text 28"/>
          <p:cNvSpPr/>
          <p:nvPr/>
        </p:nvSpPr>
        <p:spPr>
          <a:xfrm>
            <a:off x="1920240" y="5349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3891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健康监测缺失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389120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病理性咳嗽难以评估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53492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F57C00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5349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🆘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0467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跌倒无法呼救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46720" y="4983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错过黄金救援时间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35440" y="53492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D32F2F"/>
          </a:solidFill>
          <a:ln/>
        </p:spPr>
      </p:sp>
      <p:sp>
        <p:nvSpPr>
          <p:cNvPr id="42" name="Text 40"/>
          <p:cNvSpPr/>
          <p:nvPr/>
        </p:nvSpPr>
        <p:spPr>
          <a:xfrm>
            <a:off x="9235440" y="5349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极高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六大核心安全预警模块，覆盖听障人士全场景安全需求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5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触觉唤醒引擎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振动+闪光双通道唤醒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三种振动模式·双重关闭验证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火灾声纹预警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CNN+Mel频谱图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准确率&gt;95%·全屏红色预警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💨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燃气泄漏预警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514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8kHz低频MFCC检测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轻量CNN&lt;500K·橙色预警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🩺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咳嗽健康监测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892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15秒滑窗≥5次触发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三级预警·健康闭环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敲门安防预警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4892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3秒密度分析算法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七级安全评估·手语沟通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3931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🆘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2960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跌倒检测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4892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传感器+摄像头双重确认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30秒自动派发应急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手势识别与双向手语交互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11种手势实时识别 · 100%端侧推理 · 识别速度&lt;1ms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6 / 13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手势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名称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✊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握拳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SOS紧急求助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✋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手掌张开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停止/问候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👍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竖大拇指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确认/好的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👎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拇指朝下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不好/拒绝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☝️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食指指向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指向方向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✌️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剪刀手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胜利/和平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👌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OK手势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没问题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👋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摆手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你好/再见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🫶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比心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谢谢/爱你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🤙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打电话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联系我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😐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无手势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待机状态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8F0"/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173736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737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16733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MediaPipe Hand Landmarker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37960" y="189280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21点手部关键点检测，Google开源模型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267712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2677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20370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GestureVectorDB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37960" y="24231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自研手势质心向量数据库，余弦相似度匹配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2798064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7980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27340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识别速度 &lt; 1ms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37960" y="29535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100个质心向量余弦相似度计算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17920" y="3328416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33284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37960" y="326440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100% 端侧推理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37960" y="348386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无网络依赖，隐私数据不出设备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3858768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0" y="3858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37960" y="3794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SOS 握拳自动触发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37960" y="40142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TTS语音播报 + 紧急联系人通知 + 10秒防重复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17920" y="438912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37960" y="432511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双向手语交互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37960" y="454456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手势→文字 识别 + 文字→手语 动画生成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17920" y="4919472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4" name="Text 31"/>
          <p:cNvSpPr/>
          <p:nvPr/>
        </p:nvSpPr>
        <p:spPr>
          <a:xfrm>
            <a:off x="6217920" y="49194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37960" y="48554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增量更新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37960" y="50749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支持100+手势扩展，无需重新安装APP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5449824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8" name="Text 35"/>
          <p:cNvSpPr/>
          <p:nvPr/>
        </p:nvSpPr>
        <p:spPr>
          <a:xfrm>
            <a:off x="6217920" y="54498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37960" y="538581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80+ 商品词库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537960" y="560527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OCR商品识别，辅助购物独立生活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端侧AI + 零知识加密 + 离线优先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7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FF6F0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55448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5448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应用层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Jetpack Compose + Material3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6大模块统一设计语言 · 适配Android 7.0+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74320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274320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74320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AI推理层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TensorFlow Lite + ONNX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CNN/RNN端侧推理 · INT8量化&lt;2MB · 离线运行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93192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393192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93192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数据层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Room + SQLite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3464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本地持久化存储 · 数据不出设备 · WiFi仅用于密文同步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512064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0" y="512064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12064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安全层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5212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WeiGuang-Secure加密引擎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4640" y="5577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RSA-2048+AES-256-GCM · 零知识架构 · 服务端不可解密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端侧推理优势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5760720"/>
          <a:ext cx="6217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云端推理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端侧推理（本项目）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网络依赖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必须联网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零网络依赖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延迟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100-500ms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&lt;50ms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隐私保护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数据上传云端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数据不出设备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持续服务费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零运营成本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WeiGuang-Secure 自研端到端加密引擎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F00"/>
                </a:solidFill>
              </a:rPr>
              <a:t>WeiGuang-Secure 自研端到端加密引擎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零知识架构 · 服务端无法解密任何用户数据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3601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73152" cy="868680"/>
          </a:xfrm>
          <a:prstGeom prst="roundRect">
            <a:avLst>
              <a:gd name="adj" fmla="val 62500"/>
            </a:avLst>
          </a:prstGeom>
          <a:solidFill>
            <a:srgbClr val="FF980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第1层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RSA-2048 密钥交换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非对称加密保护AES会话密钥传输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2048 bits · OAEP-SHA256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103601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560320"/>
            <a:ext cx="73152" cy="868680"/>
          </a:xfrm>
          <a:prstGeom prst="roundRect">
            <a:avLst>
              <a:gd name="adj" fmla="val 62500"/>
            </a:avLst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第2层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AES-256-GCM 数据加密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对称加密保护业务数据机密性与完整性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256 bits · 12B IV · 128位认证标签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103601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657600"/>
            <a:ext cx="73152" cy="868680"/>
          </a:xfrm>
          <a:prstGeom prst="roundRect">
            <a:avLst>
              <a:gd name="adj" fmla="val 62500"/>
            </a:avLst>
          </a:prstGeom>
          <a:solidFill>
            <a:srgbClr val="AB47BC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第3层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Android Keystore 硬件保护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主密钥存于TEE可信执行环境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不可导出 · 硬件隔离 · root也无法获取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</a:rPr>
              <a:t>密钥轮换安全收益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0292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场景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无密钥轮换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有密钥轮换（本项目）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密钥泄露影响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全部历史+未来数据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仅最近5分钟窗口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攻击时间窗口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无限期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最多5分钟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暴力破解成本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破解一次即可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需每5分钟破解一次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4008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</a:rPr>
              <a:t>雪崩效应测试（AES-256-GCM）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50292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测试类型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实测值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结论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密钥雪崩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49.98%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 通过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明文雪崩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 通过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IV雪崩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49.96%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 通过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认证标签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100%不匹配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 通过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五大自研核心技术 + 三大模式创新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9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91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6642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WeiGuang-Secure加密引擎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011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RSA-2048 + AES-256-GCM + Android Keystore三层加密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零知识架构 · 完美前向安全性 · 5分钟密钥轮换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2918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91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GestureVectorDB手势向量数据库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11种手势质心向量存储与匹配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余弦相似度&lt;1ms · 支持100+手势增量更新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8920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92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864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端侧AI全离线推理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52120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CNN/RNN神经网络INT8量化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模型&lt;2MB · 推理&lt;50ms · 100%本地运行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6916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691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16642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多模态融合检测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011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传感器+摄像头双重确认（跌倒检测）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音频+振动+视觉三通道联合预警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1546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2918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291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32644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双向手语交互系统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手势→文字：实时识别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文字→手势：动画生成 · SOS自动TTS播报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商业模式与市场策略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B2B2C + 免费增值，三线并行覆盖目标用户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10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🏛️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残联/社区合作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与各地残联、社区服务中心合作推广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政府采购或补贴模式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免费增值模式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基础功能免费，高级功能付费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唤醒+火灾+燃气免费，其他付费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硬件预装合作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与手机厂商/智能家居品牌合作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系统级预装，触达更多用户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开源社区生态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核心算法Apache 2.0开源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吸引开发者贡献，接受安全审计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目标市场：2700万+听障人士 × 零竞品蓝海市场 × 国家科技助残政策红利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微光科技 · 用AI的微光，守护无声世界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2026 AI助残创新创意大赛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828800"/>
            <a:ext cx="1097280" cy="10972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🧑‍💼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蒲洋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F00"/>
                </a:solidFill>
              </a:rPr>
              <a:t>项目负责人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整体规划 · 技术架构 · 加密算法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828800"/>
            <a:ext cx="1097280" cy="10972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🧑‍🔬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4904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代江宁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AI算法工程师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AI模型训练 · TFLite部署 · 手势识别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👩‍💻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王慧平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Android开发工程师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客户端开发 · UI设计 · 无障碍交互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3544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66960" y="1828800"/>
            <a:ext cx="1097280" cy="109728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🧑‍💼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4183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黄浙洋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产品/市场负责人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0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产品规划 · 用户调研 · 市场推广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所属单位：天府新区通用航空职业学院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</a:rPr>
              <a:t>微光科技 · 科技向善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社会效益与影响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用科技创新消除听障人士的生活障碍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生命安全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火灾预警、燃气泄漏预警、跌倒检测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直接保护听障人士生命安全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生活质量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闹钟唤醒、敲门识别、健康监测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提升日常生活便利性与独立性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社会融入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手势识别、双向手语交互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帮助听障人士更好地与外界沟通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隐私保护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零知识加密架构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确保用户数据安全，树立科技向善典范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行业推动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核心算法Apache 2.0开源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推动科技助残行业技术进步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296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大赛契合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"科创无碍，智享生活"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57575"/>
                </a:solidFill>
              </a:rPr>
              <a:t>AI创新消除听障生活障碍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F00"/>
                </a:solidFill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微光守护 —— AI多模态无声安全预警系统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4873752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9800"/>
                </a:solidFill>
              </a:rPr>
              <a:t>以AI之手，搭建听障人士与世界沟通的桥梁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微光科技（WeiGuang Tech）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天府新区通用航空职业学院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演示站：http://47.108.149.191/  |  核心算法开源：Apache 2.0  |  2026年7月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微光守护 - 项目路演</dc:title>
  <dc:subject>PptxGenJS Presentation</dc:subject>
  <dc:creator>微光科技</dc:creator>
  <cp:lastModifiedBy>微光科技</cp:lastModifiedBy>
  <cp:revision>1</cp:revision>
  <dcterms:created xsi:type="dcterms:W3CDTF">2026-07-30T05:34:16Z</dcterms:created>
  <dcterms:modified xsi:type="dcterms:W3CDTF">2026-07-30T05:34:16Z</dcterms:modified>
</cp:coreProperties>
</file>