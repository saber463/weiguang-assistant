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0066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1828800"/>
            <a:ext cx="2560320" cy="256032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0066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" cy="4572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630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微光畅行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响应「十五五」科技助残号召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全场景无障碍出行助手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自主研发算法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5分钟路演 ·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政策来源：中国政府网 · 中国残联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数据来源：央视网 · 中国残疾人网 · 搜狐旅游调研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/ 11 页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第2页 · 十五五定了什么新方向？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两个关键政策，指明了方向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20040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1645920"/>
          </a:xfrm>
          <a:prstGeom prst="round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政策一：科技助残，写入了十五五规划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重点推进「科技助残创新应用」，人工智能上前沿技术要用起来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深入实施《无障碍环境建设法》，物理和数字无障碍一起抓</a:t>
            </a:r>
            <a:endParaRPr lang="en-US" sz="1500" dirty="0"/>
          </a:p>
        </p:txBody>
      </p:sp>
      <p:pic>
        <p:nvPicPr>
          <p:cNvPr id="9" name="Image 0" descr="F:/java/weiguangplus/ppt-workspace/screenshot_go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0"/>
            <a:ext cx="393192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329184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291840"/>
            <a:ext cx="73152" cy="1645920"/>
          </a:xfrm>
          <a:prstGeom prst="roundRect">
            <a:avLst/>
          </a:prstGeom>
          <a:solidFill>
            <a:srgbClr val="00BFA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832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政策二：从项目化转向制度化保障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推动残疾人事业从「项目化推进」变成「制度化保障」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重点解决数字无障碍短板，让残疾人平等享受互联网服务</a:t>
            </a:r>
            <a:endParaRPr lang="en-US" sz="1500" dirty="0"/>
          </a:p>
        </p:txBody>
      </p:sp>
      <p:pic>
        <p:nvPicPr>
          <p:cNvPr id="13" name="Image 1" descr="F:/java/weiguangplus/ppt-workspace/screenshot_cdp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3291840"/>
            <a:ext cx="3931920" cy="1645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286000" y="5303520"/>
            <a:ext cx="7589520" cy="594360"/>
          </a:xfrm>
          <a:prstGeom prst="roundRect">
            <a:avLst>
              <a:gd name="adj" fmla="val 18462"/>
            </a:avLst>
          </a:prstGeom>
          <a:solidFill>
            <a:srgbClr val="0B1628"/>
          </a:solidFill>
          <a:ln/>
        </p:spPr>
      </p:sp>
      <p:sp>
        <p:nvSpPr>
          <p:cNvPr id="15" name="Text 11"/>
          <p:cNvSpPr/>
          <p:nvPr/>
        </p:nvSpPr>
        <p:spPr>
          <a:xfrm>
            <a:off x="2286000" y="53035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那现实情况怎么样？差距有多大？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/ 11 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第3页 · 痛点在哪，解决方案就在哪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每个痛点都有对应的功能和自主研发算法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029200" cy="457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痛点①：出行困难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65%有外出意愿，仅12%成行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交通不便占74%，残疾人无法独立乘坐公交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8521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097280"/>
            <a:ext cx="585216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公交智能报站+GPS定位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554480"/>
            <a:ext cx="4572000" cy="274320"/>
          </a:xfrm>
          <a:prstGeom prst="roundRect">
            <a:avLst>
              <a:gd name="adj" fmla="val 26667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自主研发GPS定位算法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1920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GPS模块 + CameraX + TTS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5029200" cy="457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17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痛点②：信息缺失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信息服务不足占61%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听障听不到报站、火警、路人说话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383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58521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926080"/>
            <a:ext cx="585216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语音转文字+三重强提醒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3383280"/>
            <a:ext cx="4572000" cy="274320"/>
          </a:xfrm>
          <a:prstGeom prst="roundRect">
            <a:avLst>
              <a:gd name="adj" fmla="val 26667"/>
            </a:avLst>
          </a:prstGeom>
          <a:solidFill>
            <a:srgbClr val="00BFA5">
              <a:alpha val="15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自主研发多模态感知算法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SpeechRecognizer + VibrationEngine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754880"/>
            <a:ext cx="5029200" cy="457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846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痛点③：沟通障碍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166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路人不懂手语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1520" y="5577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突发状况无法电话求助，沟通信息不足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5212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309360" y="4754880"/>
            <a:ext cx="58521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4754880"/>
            <a:ext cx="5852160" cy="4572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双向手语互通+一键SOS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92240" y="5212080"/>
            <a:ext cx="4572000" cy="274320"/>
          </a:xfrm>
          <a:prstGeom prst="roundRect">
            <a:avLst>
              <a:gd name="adj" fmla="val 26667"/>
            </a:avLst>
          </a:prstGeom>
          <a:solidFill>
            <a:srgbClr val="FFB347">
              <a:alpha val="15000"/>
            </a:srgbClr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自主研发手语识别算法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5577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5577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MediaPipe底座 + 自研117条短语库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0B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三大痛点 → 三大自主研发算法 → 十二项核心功能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/ 11 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第4页 · 自主研发算法技术栈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五大核心算法，全部自主研发，适配全残障人群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45720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0972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66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0066F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手语识别算法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Kit手势检测 + 117条高频短语库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语音↔手语实时互转，双屏对话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017520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0066FF">
              <a:alpha val="20000"/>
            </a:srgbClr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280160"/>
            <a:ext cx="502920" cy="502920"/>
          </a:xfrm>
          <a:prstGeom prst="ellipse">
            <a:avLst/>
          </a:prstGeom>
          <a:solidFill>
            <a:srgbClr val="00BFA5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280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药品OCR算法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18745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中文文字识别 + 103种药品库匹配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风险分级预警，三色安全指示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017520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00BFA5">
              <a:alpha val="2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46720" y="10972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1280160"/>
            <a:ext cx="502920" cy="502920"/>
          </a:xfrm>
          <a:prstGeom prst="ellipse">
            <a:avLst/>
          </a:prstGeom>
          <a:solidFill>
            <a:srgbClr val="FF4757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69680" y="1280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GPS公交算法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18745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10条线路预置 + 到站距离计算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到站震动+弹窗双重提醒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09760" y="3017520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FF4757">
              <a:alpha val="2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FFB347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📳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多模态感知算法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20种震动编码 + 场景感知融合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四级告警机制，三重联动提醒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0" y="5577840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FFB347">
              <a:alpha val="20000"/>
            </a:srgbClr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5577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0" y="36576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26280" y="3840480"/>
            <a:ext cx="502920" cy="5029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2064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物品识别算法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2628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Kit图像标签 + 置信度过滤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实时识别+语音播报联动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5577840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5577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11D35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【算法架构总览图】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此处可插入：自主研发算法体系思维导图 | 算法流程图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/ 11 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第5页 · 每个功能都对应一个痛点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12项功能 · 对应痛点 · 自主研发算法 · 技术栈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657600" cy="27432"/>
          </a:xfrm>
          <a:prstGeom prst="rect">
            <a:avLst/>
          </a:prstGeom>
          <a:solidFill>
            <a:srgbClr val="0066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2560320"/>
                <a:gridCol w="256032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功能分类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对应痛点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自主研发算法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小玉手语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路人不懂手语(61%)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手语识别算法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Kit+117条短语库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双向对话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沟通信息不足(61%)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手语识别算法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SpeechRecognizer+TTS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语音助手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手机操作困难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多模态感知算法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7大品牌AI唤醒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公交报站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交通不便占74%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GPS公交定位算法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GPS+震动+弹窗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网约车助手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无法沟通司机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多模态感知算法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SpeechRecognizer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无障碍地图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设施缺失(68%)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GPS公交定位算法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地图SDK+上报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一键应急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突发无人能帮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多模态感知算法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SMS+GPS+闪光灯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三重强提醒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听不到警报(84%)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多模态感知算法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震动+声音+闪光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服务中心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缺乏线下服务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多模态感知算法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预约+申领系统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药品识别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看不清药盒说明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药品OCR算法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Kit OCR+103种库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视觉辅助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视障无法感知环境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物品识别算法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Kit标签+语音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学习中心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安全知识缺失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手语识别算法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图文+手语课程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0B162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所有功能均以自主研发算法为底座，痛点→算法→功能，闭环对应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/ 11 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第6页 · 三大独家功能深度解析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457200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1106424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4400"/>
            <a:ext cx="11064240" cy="36576"/>
          </a:xfrm>
          <a:prstGeom prst="roundRect">
            <a:avLst/>
          </a:prstGeom>
          <a:solidFill>
            <a:srgbClr val="0066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097280"/>
            <a:ext cx="411480" cy="411480"/>
          </a:xfrm>
          <a:prstGeom prst="ellipse">
            <a:avLst/>
          </a:prstGeom>
          <a:solidFill>
            <a:srgbClr val="0066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双向手语互通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4389120" cy="274320"/>
          </a:xfrm>
          <a:prstGeom prst="roundRect">
            <a:avLst>
              <a:gd name="adj" fmla="val 26667"/>
            </a:avLst>
          </a:prstGeom>
          <a:solidFill>
            <a:srgbClr val="0066FF">
              <a:alpha val="15000"/>
            </a:srgbClr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097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自主研发手语识别算法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4630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痛点：路人不懂手语，沟通信息不足(61%)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功能：双屏实时对话，上半屏手语→语音，下半屏语音→文字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技术栈：ML Kit手势检测底座 + 自主研发117条高频短语库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白话：手机看懂你比划的手势，翻译成别人听得懂的话和文字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效果：听障人和健听人用一台手机就能对话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6424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11064240" cy="36576"/>
          </a:xfrm>
          <a:prstGeom prst="round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926080"/>
            <a:ext cx="411480" cy="411480"/>
          </a:xfrm>
          <a:prstGeom prst="ellipse">
            <a:avLst/>
          </a:prstGeom>
          <a:solidFill>
            <a:srgbClr val="00BFA5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公交智能报站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926080"/>
            <a:ext cx="4389120" cy="274320"/>
          </a:xfrm>
          <a:prstGeom prst="roundRect">
            <a:avLst>
              <a:gd name="adj" fmla="val 26667"/>
            </a:avLst>
          </a:prstGeom>
          <a:solidFill>
            <a:srgbClr val="00BFA5">
              <a:alpha val="15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926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自主研发GPS定位算法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痛点：交通不便占74%，残疾人无法独立坐公交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功能：GPS实时定位，10条线路预置，到站震动+弹窗提醒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技术栈：GPS定位模块 + 自主研发到站距离计算引擎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白话：手机知道你在哪路车上、快到哪站了，提前震你提醒下车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效果：视障人士也能独立乘坐公共交通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572000"/>
            <a:ext cx="11064240" cy="36576"/>
          </a:xfrm>
          <a:prstGeom prst="roundRect">
            <a:avLst/>
          </a:prstGeom>
          <a:solidFill>
            <a:srgbClr val="FF4757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FF4757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709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一键应急求助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4754880"/>
            <a:ext cx="4389120" cy="274320"/>
          </a:xfrm>
          <a:prstGeom prst="roundRect">
            <a:avLst>
              <a:gd name="adj" fmla="val 26667"/>
            </a:avLst>
          </a:prstGeom>
          <a:solidFill>
            <a:srgbClr val="FF4757">
              <a:alpha val="15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754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自主研发多模态感知算法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51206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痛点：突发状况无人能帮，电话求助听不到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功能：6种预设场景，一键SOS短信+GPS位置+闪光灯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技术栈：自主研发20种震动编码 + TripleAlert三重联动系统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白话：按一下按钮，短信+定位+闪光灯三管齐下发出去，绝对不会漏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效果：紧急时刻自动通知紧急联系人，吸引周围人注意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0B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三大功能均以自主研发算法为驱动，痛点→算法→效果 完整闭环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/ 11 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第7页 · 竞品对比：微光畅行优势明显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3657600" cy="27432"/>
          </a:xfrm>
          <a:prstGeom prst="rect">
            <a:avLst/>
          </a:prstGeom>
          <a:solidFill>
            <a:srgbClr val="0066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64592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 (7项)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竞品A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竞品B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竞品C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微光畅行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功能全覆盖度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仅覆盖单一人群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仅覆盖单一人群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仅覆盖单一人群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覆盖全残障人群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全残障人群适配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仅听障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仅视障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仅视障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听障+视障+肢残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自主研发算法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5大核心自主研发算法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痛点→功能闭环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功能与痛点脱节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功能与痛点脱节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部分对应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每个功能对应具体痛点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无障碍原生设计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语音+大字+色盲+震动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线下服务联动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基地帮扶+设备申领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响应十五五科技助残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47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未响应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47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未响应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47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未响应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全面响应科技助残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B1628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5120640"/>
            <a:ext cx="11064240" cy="36576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结论：微光畅行是唯一全面响应十五五规划要求的助残APP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竞品共性短板：无自主研发算法、功能与痛点脱节、仅覆盖单一人群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/ 11 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74320"/>
            <a:ext cx="2286000" cy="2286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486400"/>
            <a:ext cx="2286000" cy="22860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第8页 · 残疾人也能用的助残APP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响应十五五「数字无障碍」要求——自主研发算法保障无障碍体验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111D35"/>
          </a:solidFill>
          <a:ln w="15240">
            <a:solidFill>
              <a:srgbClr val="0066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066FF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5544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全局语音交互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10312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进入即TTS播报，语速/音调可调，自主研发语音引擎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111D35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00BFA5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15544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大字高对比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10312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16sp+大字，48dp+按钮，独立于颜色传递信息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111D35"/>
          </a:solidFill>
          <a:ln w="1524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FFB347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39319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色盲友好设计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448056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高对比度色彩，关键信息不依赖颜色区分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65760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111D35"/>
          </a:solidFill>
          <a:ln w="1524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931920"/>
            <a:ext cx="640080" cy="640080"/>
          </a:xfrm>
          <a:prstGeom prst="ellipse">
            <a:avLst/>
          </a:prstGeom>
          <a:solidFill>
            <a:srgbClr val="FF4757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📳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39319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精细震动反馈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448056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自主研发20种震动编码，公交到站+应急SOS+触觉闭环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/ 11 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0066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5720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2286000" cy="2286000"/>
          </a:xfrm>
          <a:prstGeom prst="ellipse">
            <a:avLst/>
          </a:prstGeom>
          <a:solidFill>
            <a:srgbClr val="0066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微光汇聚   畅行无碍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0" y="2560320"/>
            <a:ext cx="30175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92608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11D35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01752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响应十五五「科技助残」号召
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用自主研发算法消除出行障碍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让每一位残疾人都能独立、自信地走出家门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B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微光畅行助力国家十五五残疾人事业目标实现：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从「项目化推进」迈向「制度化保障」——让每一位残疾人都能平等享受互联网服务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5486400"/>
            <a:ext cx="3383280" cy="27432"/>
          </a:xfrm>
          <a:prstGeom prst="rect">
            <a:avLst/>
          </a:prstGeom>
          <a:solidFill>
            <a:srgbClr val="4A7BC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欢迎体验和投资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/ 11 页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第10页 · 庞大的市场需求，巨大的社会价值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全国8500万残疾人的出行需求，蕴藏着千亿级市场机会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657600" cy="2743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8500万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全国残疾人口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56032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有外出意愿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457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仅12%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能够成行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1188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1188720"/>
            <a:ext cx="2560320" cy="4572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4500万+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525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未满足的出行需求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29260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出行障碍三大主因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交通不便 74%  —— 公交到站、路线识别、换乘导航缺失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信息服务不足 61%  —— 听不到报站、看不到路牌、读不懂标识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沟通障碍突出  —— 路人不懂手语，突发状况无法求助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828800" y="4480560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0B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4805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微光畅行精准切入 4500万 未满足需求 → 覆盖出行全场景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86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政策红利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十五五科技助残写入规划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无障碍环境建设法深度实施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各地助残补贴政策密集出台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394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486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国内助残科技市场千亿级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年均增长率超过20%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智能化助残产品渗透率&lt;5%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/ 11 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1828800"/>
          </a:xfrm>
          <a:prstGeom prst="ellipse">
            <a:avLst/>
          </a:prstGeom>
          <a:solidFill>
            <a:srgbClr val="0066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486400"/>
            <a:ext cx="1828800" cy="18288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第11页 · 六大核心功能，一部手机全搞定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覆盖听障 · 视障 · 肢残 — 全场景无障碍出行方案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9728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66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37160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🤟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智能手语翻译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双屏实时对话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手语↔语音↔文字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417320"/>
            <a:ext cx="137160" cy="1371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137160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46304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🚌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978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公交智能报站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97880" y="20116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GPS实时定位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到站震动+弹窗提醒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1417320"/>
            <a:ext cx="137160" cy="1371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37160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46304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🆘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6926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一键应急SOS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0" y="20116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6种预设场景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短信+GPS+闪光灯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1417320"/>
            <a:ext cx="137160" cy="137160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3192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2336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1031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语音转文字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03120" y="4572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环境声实时转写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三重强提醒通知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3977640"/>
            <a:ext cx="137160" cy="13716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1" name="Shape 29"/>
          <p:cNvSpPr/>
          <p:nvPr/>
        </p:nvSpPr>
        <p:spPr>
          <a:xfrm>
            <a:off x="434340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66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393192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02336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8978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商品AI识别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OCR文字识别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药品/商品智能鉴定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3977640"/>
            <a:ext cx="137160" cy="1371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11D35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21040" y="393192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A2A44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023360"/>
            <a:ext cx="1188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🗣️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969264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语音助手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92640" y="4572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全程语音操控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语速/音调自由调节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3977640"/>
            <a:ext cx="137160" cy="1371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/ 11 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微光畅行 - 十五五科技助残创新应用路演</dc:subject>
  <dc:creator>微光畅行团队</dc:creator>
  <cp:lastModifiedBy>微光畅行团队</cp:lastModifiedBy>
  <cp:revision>1</cp:revision>
  <dcterms:created xsi:type="dcterms:W3CDTF">2026-07-23T11:54:02Z</dcterms:created>
  <dcterms:modified xsi:type="dcterms:W3CDTF">2026-07-23T11:54:02Z</dcterms:modified>
</cp:coreProperties>
</file>